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EP3 - Atlas: Certificación de Calidad y Seguridad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Seguridad y Calidad en el Desarrollo de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